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--- 
marp: true
theme: gaia
class: invert
paginate: true
headingDivider: 2 
size: 16:9
---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2026-04-07T19:08:14Z</dcterms:created>
  <dcterms:modified xsi:type="dcterms:W3CDTF">2026-04-07T19:08:14Z</dcterms:modified>
</cp:coreProperties>
</file>